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chammad Wildan Alkautsar" userId="360672ed2ee56274" providerId="LiveId" clId="{F5771622-C242-4EFB-9359-41E4DFBD7538}"/>
    <pc:docChg chg="addSld">
      <pc:chgData name="Muchammad Wildan Alkautsar" userId="360672ed2ee56274" providerId="LiveId" clId="{F5771622-C242-4EFB-9359-41E4DFBD7538}" dt="2026-08-06T11:39:02.190" v="0" actId="680"/>
      <pc:docMkLst>
        <pc:docMk/>
      </pc:docMkLst>
      <pc:sldChg chg="new">
        <pc:chgData name="Muchammad Wildan Alkautsar" userId="360672ed2ee56274" providerId="LiveId" clId="{F5771622-C242-4EFB-9359-41E4DFBD7538}" dt="2026-08-06T11:39:02.190" v="0" actId="680"/>
        <pc:sldMkLst>
          <pc:docMk/>
          <pc:sldMk cId="3796978559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8EC2D-1A3D-5126-DCEB-0F3E4CB1D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D42A0-A1E7-686A-CF7C-D649F628A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E1EB2-A6E8-86BA-A1BD-1D0898C75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3A3A0-E2A7-4FCE-B7D6-D26B64CEB6A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76741-981F-D9ED-47C7-F9465DBBD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99636-1FF6-16D5-8A89-C3DFF80F6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51C3-B3AB-4F72-8D13-DD2A24A9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68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F81A6-70F3-971D-AEE7-5769A59E4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B8F5C-57E8-A25F-58AE-F5CA29F36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12FB3-F123-62EE-C6C3-D944F2AAD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3A3A0-E2A7-4FCE-B7D6-D26B64CEB6A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9EBC5-15CB-61AE-8DF6-7BF6F9667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D359A-E553-455B-1CBE-F358368F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51C3-B3AB-4F72-8D13-DD2A24A9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8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7214-EFF2-C3FD-ACEA-6F76E88E3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6232B-1713-412B-7DA2-474D9DFE3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F2F51-40AA-30B9-AE3B-BF80D47C2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3A3A0-E2A7-4FCE-B7D6-D26B64CEB6A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3E941-4B68-39DF-AB73-5A6ABC5EF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F8958-5CCC-987B-C2E6-DCF181B65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51C3-B3AB-4F72-8D13-DD2A24A9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692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E3A48-DA9B-8A9A-72AE-961367D57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DA9AF-FD1B-6A0E-2881-27A53B395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90011-688D-2921-67F1-5B6CA66DD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BB4EB-1818-6DB1-B05E-B61CC4C9F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3A3A0-E2A7-4FCE-B7D6-D26B64CEB6A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79792-5243-2119-1608-EF1304FF7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6E54E-05E5-3D6A-3B16-AD630DC0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51C3-B3AB-4F72-8D13-DD2A24A9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76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7CD2A-0DF9-8060-16AD-7E99EEA79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67BDD-8249-349D-03E5-5FD8A6E59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59EEA-87F8-1B37-79CC-D47BBED3E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7538BD-0D8D-4245-738B-9E62D64E6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EEE9D8-4CEA-9185-5C9D-03B62FC092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0249ED-8C34-CCB2-367A-7C8C8B1D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3A3A0-E2A7-4FCE-B7D6-D26B64CEB6A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83194D-1EC0-2A36-0B2A-98E86539B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6DC21C-010D-5E04-7BBE-AA9499C74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51C3-B3AB-4F72-8D13-DD2A24A9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266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3EAE-4E02-4EF9-2DCD-92B9D04C8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39838B-3FB3-7787-8BC6-1A4C2B0FC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3A3A0-E2A7-4FCE-B7D6-D26B64CEB6A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789D9A-748D-7478-8D74-9A83016A0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26B7D-2963-9FAF-3F17-0D81D8798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51C3-B3AB-4F72-8D13-DD2A24A9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12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02C7FB-9518-1299-3122-E35B6B674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3A3A0-E2A7-4FCE-B7D6-D26B64CEB6A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CD5AA7-4131-6A82-ECD0-AAA836B9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E2CDE-8B9B-8032-422E-CF5FDE5D9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51C3-B3AB-4F72-8D13-DD2A24A9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496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1E3E-51E5-CCEF-9D76-B98C75BF8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42BE0-081E-3F8B-2859-225379BDE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6A8E2-97FB-9D4F-2D22-C6242045D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1337A-6242-6985-8C38-2D231FB86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3A3A0-E2A7-4FCE-B7D6-D26B64CEB6A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5CED5-B1AA-6A7F-2C33-864821CED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3413F-A709-6286-588E-3DFF6905E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51C3-B3AB-4F72-8D13-DD2A24A9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7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EEB6C-BF89-5129-7FF1-5F96285E2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C66AB8-EA3D-07AF-2522-4EDB6F549F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F3812-5936-5157-06F7-C0FBB191C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78CFF-0AE9-48DC-97EE-3F804CDA8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3A3A0-E2A7-4FCE-B7D6-D26B64CEB6A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27DDD-1273-E1D7-B360-8DACF1C9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6948E-4718-8528-3EEB-A0BD388E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51C3-B3AB-4F72-8D13-DD2A24A9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69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8FD1C-6F5D-F4E4-4F17-D50B48B2D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B225BF-E9E5-BDC4-B50F-D3A528927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216E8-4029-3F34-E07B-C406CD2AA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3A3A0-E2A7-4FCE-B7D6-D26B64CEB6A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CF111-2556-ACF5-0D72-69435666D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94B86-57F1-3104-F442-48F255B61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51C3-B3AB-4F72-8D13-DD2A24A9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76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4376B-F801-CB5F-AA40-724C4CFC69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43865-FA6C-B150-C520-3B8DA21AF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73C18-82FC-C4B4-A6DE-75D14A3C7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3A3A0-E2A7-4FCE-B7D6-D26B64CEB6A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F40D2-5C28-D4E5-9DC8-DD2500669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F3F56-F2EC-016C-4860-5ED9B47EE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551C3-B3AB-4F72-8D13-DD2A24A9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68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4D840-7992-682E-A3B7-088190CCE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4EDA4-948F-3775-3771-141358E9D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5D268-D461-31D9-BB92-D9A4005699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3A3A0-E2A7-4FCE-B7D6-D26B64CEB6A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BC73C-AFB9-C4A3-2EFE-B7E7F40C0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C6340-E6EE-4D32-AE57-A51EACD5C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551C3-B3AB-4F72-8D13-DD2A24A9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24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96571-B596-DA30-0D32-EDECB9CE10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C4781-4F1E-A8D2-92A3-D46AFE6744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78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Muchammad Wildan Alkautsar</dc:creator>
  <cp:lastModifiedBy>Muchammad Wildan Alkautsar</cp:lastModifiedBy>
  <cp:revision>1</cp:revision>
  <dcterms:created xsi:type="dcterms:W3CDTF">2026-08-06T11:38:58Z</dcterms:created>
  <dcterms:modified xsi:type="dcterms:W3CDTF">2026-08-06T11:39:07Z</dcterms:modified>
</cp:coreProperties>
</file>